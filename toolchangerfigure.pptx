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801600" cy="12801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C2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988" autoAdjust="0"/>
  </p:normalViewPr>
  <p:slideViewPr>
    <p:cSldViewPr snapToGrid="0">
      <p:cViewPr varScale="1">
        <p:scale>
          <a:sx n="38" d="100"/>
          <a:sy n="38" d="100"/>
        </p:scale>
        <p:origin x="23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5D17C-DCC1-40DE-8607-82C0461AEF28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DB08C-7339-4B60-B3FE-68C8426A6B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57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1pPr>
    <a:lvl2pPr marL="61447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2pPr>
    <a:lvl3pPr marL="122895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3pPr>
    <a:lvl4pPr marL="1843430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4pPr>
    <a:lvl5pPr marL="2457907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5pPr>
    <a:lvl6pPr marL="307238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6pPr>
    <a:lvl7pPr marL="3686861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7pPr>
    <a:lvl8pPr marL="4301338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8pPr>
    <a:lvl9pPr marL="4915814" algn="l" defTabSz="1228954" rtl="0" eaLnBrk="1" latinLnBrk="0" hangingPunct="1">
      <a:defRPr sz="161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DB08C-7339-4B60-B3FE-68C8426A6BE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78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095078"/>
            <a:ext cx="10881360" cy="4456853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6723804"/>
            <a:ext cx="9601200" cy="3090756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89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3191514"/>
            <a:ext cx="11041380" cy="5325109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8567000"/>
            <a:ext cx="11041380" cy="2800349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82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68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3407833"/>
            <a:ext cx="5440680" cy="81224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80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681570"/>
            <a:ext cx="11041380" cy="247438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3138171"/>
            <a:ext cx="5415676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4676140"/>
            <a:ext cx="5415676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3138171"/>
            <a:ext cx="5442347" cy="1537969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4676140"/>
            <a:ext cx="5442347" cy="68778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1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40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570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843196"/>
            <a:ext cx="6480810" cy="9097433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4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853440"/>
            <a:ext cx="4128849" cy="298704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843196"/>
            <a:ext cx="6480810" cy="9097433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3840480"/>
            <a:ext cx="4128849" cy="7114964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98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74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681567"/>
            <a:ext cx="2760345" cy="1084876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681567"/>
            <a:ext cx="8121015" cy="108487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95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681570"/>
            <a:ext cx="11041380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3407833"/>
            <a:ext cx="11041380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820B7-A033-4A7C-92BC-9C07167B8CCB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11865189"/>
            <a:ext cx="432054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11865189"/>
            <a:ext cx="288036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272367-9001-466C-B710-DA9957C29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3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9" name="Group 558">
            <a:extLst>
              <a:ext uri="{FF2B5EF4-FFF2-40B4-BE49-F238E27FC236}">
                <a16:creationId xmlns:a16="http://schemas.microsoft.com/office/drawing/2014/main" id="{8569E4DA-FB68-5EDA-0FD0-615871796592}"/>
              </a:ext>
            </a:extLst>
          </p:cNvPr>
          <p:cNvGrpSpPr/>
          <p:nvPr/>
        </p:nvGrpSpPr>
        <p:grpSpPr>
          <a:xfrm>
            <a:off x="127115" y="58357"/>
            <a:ext cx="12348344" cy="10785946"/>
            <a:chOff x="127115" y="58357"/>
            <a:chExt cx="12348344" cy="10785946"/>
          </a:xfrm>
        </p:grpSpPr>
        <p:grpSp>
          <p:nvGrpSpPr>
            <p:cNvPr id="556" name="Group 555">
              <a:extLst>
                <a:ext uri="{FF2B5EF4-FFF2-40B4-BE49-F238E27FC236}">
                  <a16:creationId xmlns:a16="http://schemas.microsoft.com/office/drawing/2014/main" id="{A7E124E0-6CEA-9883-044B-4BBE0CC05D3E}"/>
                </a:ext>
              </a:extLst>
            </p:cNvPr>
            <p:cNvGrpSpPr/>
            <p:nvPr/>
          </p:nvGrpSpPr>
          <p:grpSpPr>
            <a:xfrm>
              <a:off x="127115" y="58357"/>
              <a:ext cx="12348344" cy="10774228"/>
              <a:chOff x="127115" y="58357"/>
              <a:chExt cx="12348344" cy="10774228"/>
            </a:xfrm>
          </p:grpSpPr>
          <p:sp>
            <p:nvSpPr>
              <p:cNvPr id="438" name="Rectangle 437">
                <a:extLst>
                  <a:ext uri="{FF2B5EF4-FFF2-40B4-BE49-F238E27FC236}">
                    <a16:creationId xmlns:a16="http://schemas.microsoft.com/office/drawing/2014/main" id="{0BA5672D-E02D-09FE-DAF1-203FB1DCFF49}"/>
                  </a:ext>
                </a:extLst>
              </p:cNvPr>
              <p:cNvSpPr/>
              <p:nvPr/>
            </p:nvSpPr>
            <p:spPr>
              <a:xfrm>
                <a:off x="128022" y="4422441"/>
                <a:ext cx="12291372" cy="40393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0" name="Rectangle 439">
                <a:extLst>
                  <a:ext uri="{FF2B5EF4-FFF2-40B4-BE49-F238E27FC236}">
                    <a16:creationId xmlns:a16="http://schemas.microsoft.com/office/drawing/2014/main" id="{0D7590A0-5BE9-CC63-4656-57BD2DEBE2B0}"/>
                  </a:ext>
                </a:extLst>
              </p:cNvPr>
              <p:cNvSpPr/>
              <p:nvPr/>
            </p:nvSpPr>
            <p:spPr>
              <a:xfrm>
                <a:off x="6272786" y="91440"/>
                <a:ext cx="6146608" cy="432583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4" name="Rectangle 443">
                <a:extLst>
                  <a:ext uri="{FF2B5EF4-FFF2-40B4-BE49-F238E27FC236}">
                    <a16:creationId xmlns:a16="http://schemas.microsoft.com/office/drawing/2014/main" id="{E284959F-7410-23B2-719E-D8C4D4F0BB9E}"/>
                  </a:ext>
                </a:extLst>
              </p:cNvPr>
              <p:cNvSpPr/>
              <p:nvPr/>
            </p:nvSpPr>
            <p:spPr>
              <a:xfrm>
                <a:off x="128022" y="88813"/>
                <a:ext cx="6146610" cy="4325834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6" name="Rectangle 445">
                <a:extLst>
                  <a:ext uri="{FF2B5EF4-FFF2-40B4-BE49-F238E27FC236}">
                    <a16:creationId xmlns:a16="http://schemas.microsoft.com/office/drawing/2014/main" id="{76B63144-DCFB-59B7-B403-49B7302A42D6}"/>
                  </a:ext>
                </a:extLst>
              </p:cNvPr>
              <p:cNvSpPr/>
              <p:nvPr/>
            </p:nvSpPr>
            <p:spPr>
              <a:xfrm>
                <a:off x="128022" y="8464403"/>
                <a:ext cx="12291370" cy="2368182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092FFF4-124C-B2CC-F2F7-1D44C7148B16}"/>
                  </a:ext>
                </a:extLst>
              </p:cNvPr>
              <p:cNvGrpSpPr/>
              <p:nvPr/>
            </p:nvGrpSpPr>
            <p:grpSpPr>
              <a:xfrm>
                <a:off x="284597" y="144964"/>
                <a:ext cx="5679014" cy="3604770"/>
                <a:chOff x="856962" y="773960"/>
                <a:chExt cx="7098767" cy="4505962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58E5E960-6895-A6B2-1666-5B309E4678CF}"/>
                    </a:ext>
                  </a:extLst>
                </p:cNvPr>
                <p:cNvSpPr/>
                <p:nvPr/>
              </p:nvSpPr>
              <p:spPr>
                <a:xfrm>
                  <a:off x="4913178" y="10330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Motor</a:t>
                  </a:r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DA0C36D-B4CC-F9A2-1FB2-97D76503AE00}"/>
                    </a:ext>
                  </a:extLst>
                </p:cNvPr>
                <p:cNvSpPr/>
                <p:nvPr/>
              </p:nvSpPr>
              <p:spPr>
                <a:xfrm>
                  <a:off x="6768280" y="15639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Gears</a:t>
                  </a:r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E54D0FF5-02C0-EB94-A778-158914FE41A0}"/>
                    </a:ext>
                  </a:extLst>
                </p:cNvPr>
                <p:cNvSpPr/>
                <p:nvPr/>
              </p:nvSpPr>
              <p:spPr>
                <a:xfrm>
                  <a:off x="6584129" y="3082415"/>
                  <a:ext cx="1371600" cy="1494504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Heatsink</a:t>
                  </a:r>
                </a:p>
              </p:txBody>
            </p: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F59F3845-C057-7A17-18AE-83D91B001B95}"/>
                    </a:ext>
                  </a:extLst>
                </p:cNvPr>
                <p:cNvCxnSpPr>
                  <a:cxnSpLocks/>
                  <a:stCxn id="6" idx="1"/>
                  <a:endCxn id="4" idx="3"/>
                </p:cNvCxnSpPr>
                <p:nvPr/>
              </p:nvCxnSpPr>
              <p:spPr>
                <a:xfrm flipH="1" flipV="1">
                  <a:off x="6265114" y="17802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F0871DDB-839E-A791-9CCB-594B33CA1315}"/>
                    </a:ext>
                  </a:extLst>
                </p:cNvPr>
                <p:cNvCxnSpPr>
                  <a:cxnSpLocks/>
                  <a:stCxn id="6" idx="2"/>
                  <a:endCxn id="10" idx="0"/>
                </p:cNvCxnSpPr>
                <p:nvPr/>
              </p:nvCxnSpPr>
              <p:spPr>
                <a:xfrm flipH="1">
                  <a:off x="7269929" y="1996602"/>
                  <a:ext cx="1946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5F35D645-FE5D-32CE-4A94-11EDD3CB6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89388" y="45769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581EDF5D-8E06-A1E2-BF7A-E740A62DC4B0}"/>
                    </a:ext>
                  </a:extLst>
                </p:cNvPr>
                <p:cNvSpPr/>
                <p:nvPr/>
              </p:nvSpPr>
              <p:spPr>
                <a:xfrm>
                  <a:off x="6679380" y="4847303"/>
                  <a:ext cx="1131117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Nozzle</a:t>
                  </a: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54C17987-8FEE-CDAF-0E96-0AF3953053E1}"/>
                    </a:ext>
                  </a:extLst>
                </p:cNvPr>
                <p:cNvSpPr/>
                <p:nvPr/>
              </p:nvSpPr>
              <p:spPr>
                <a:xfrm>
                  <a:off x="4761498" y="3082415"/>
                  <a:ext cx="1193899" cy="149450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Hotend</a:t>
                  </a:r>
                </a:p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Fan</a:t>
                  </a:r>
                </a:p>
              </p:txBody>
            </p: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1EF88DCC-B32F-950F-79B1-ED7524CA568C}"/>
                    </a:ext>
                  </a:extLst>
                </p:cNvPr>
                <p:cNvCxnSpPr>
                  <a:cxnSpLocks/>
                  <a:stCxn id="21" idx="3"/>
                  <a:endCxn id="10" idx="1"/>
                </p:cNvCxnSpPr>
                <p:nvPr/>
              </p:nvCxnSpPr>
              <p:spPr>
                <a:xfrm>
                  <a:off x="5955397" y="3829667"/>
                  <a:ext cx="62873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8E317E9A-E177-EC39-4813-F86F1D43D6F6}"/>
                    </a:ext>
                  </a:extLst>
                </p:cNvPr>
                <p:cNvSpPr/>
                <p:nvPr/>
              </p:nvSpPr>
              <p:spPr>
                <a:xfrm>
                  <a:off x="3069323" y="3082415"/>
                  <a:ext cx="1258902" cy="1494504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Part Cooling Fan</a:t>
                  </a:r>
                </a:p>
              </p:txBody>
            </p: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7C27FFD-D573-0D26-6A86-9DE12BB057A9}"/>
                    </a:ext>
                  </a:extLst>
                </p:cNvPr>
                <p:cNvCxnSpPr>
                  <a:cxnSpLocks/>
                  <a:endCxn id="19" idx="1"/>
                </p:cNvCxnSpPr>
                <p:nvPr/>
              </p:nvCxnSpPr>
              <p:spPr>
                <a:xfrm>
                  <a:off x="3711184" y="5063613"/>
                  <a:ext cx="2968196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F0CA890-31A3-D648-950B-A2999B842B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19279" y="45747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2EC536F-44A3-17D5-873D-892B2D45E7EE}"/>
                    </a:ext>
                  </a:extLst>
                </p:cNvPr>
                <p:cNvSpPr/>
                <p:nvPr/>
              </p:nvSpPr>
              <p:spPr>
                <a:xfrm>
                  <a:off x="2880359" y="7739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Toolhead board</a:t>
                  </a:r>
                </a:p>
              </p:txBody>
            </p: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D896C07C-348F-4FDA-7002-8A02307B60BD}"/>
                    </a:ext>
                  </a:extLst>
                </p:cNvPr>
                <p:cNvCxnSpPr>
                  <a:cxnSpLocks/>
                  <a:stCxn id="4" idx="1"/>
                </p:cNvCxnSpPr>
                <p:nvPr/>
              </p:nvCxnSpPr>
              <p:spPr>
                <a:xfrm flipH="1" flipV="1">
                  <a:off x="4542010" y="17802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2AF5FE75-E453-C6CC-65E1-F1F487BACE78}"/>
                    </a:ext>
                  </a:extLst>
                </p:cNvPr>
                <p:cNvCxnSpPr>
                  <a:cxnSpLocks/>
                  <a:endCxn id="35" idx="2"/>
                </p:cNvCxnSpPr>
                <p:nvPr/>
              </p:nvCxnSpPr>
              <p:spPr>
                <a:xfrm flipV="1">
                  <a:off x="3711185" y="22684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D5EB174-8ABF-24B2-1C33-DB3E102346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089726" y="22684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F048F6DC-2B97-CE51-F597-8F7D9489B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69080" y="29198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8D114FB-BF4E-7DB3-4B47-1E28811CC0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107367" y="29011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B7FA8CB-A159-50EF-2A56-0ECD6D2B3E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443589" y="22684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2BB197EE-7A6C-82C8-D34C-6DA204D390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43589" y="2704199"/>
                  <a:ext cx="2500361" cy="1212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7DBF5742-6B81-E81F-0BFC-075F274D55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943950" y="2709440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Rectangle 63">
                  <a:extLst>
                    <a:ext uri="{FF2B5EF4-FFF2-40B4-BE49-F238E27FC236}">
                      <a16:creationId xmlns:a16="http://schemas.microsoft.com/office/drawing/2014/main" id="{AB54AB8F-1EE1-7616-C70A-4B0B097B9FC9}"/>
                    </a:ext>
                  </a:extLst>
                </p:cNvPr>
                <p:cNvSpPr/>
                <p:nvPr/>
              </p:nvSpPr>
              <p:spPr>
                <a:xfrm>
                  <a:off x="856962" y="773960"/>
                  <a:ext cx="1563229" cy="1494504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Mainboard</a:t>
                  </a:r>
                </a:p>
              </p:txBody>
            </p: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EF6DF984-260F-6FDD-F960-9E68C5B97521}"/>
                    </a:ext>
                  </a:extLst>
                </p:cNvPr>
                <p:cNvCxnSpPr>
                  <a:cxnSpLocks/>
                  <a:stCxn id="35" idx="1"/>
                </p:cNvCxnSpPr>
                <p:nvPr/>
              </p:nvCxnSpPr>
              <p:spPr>
                <a:xfrm flipH="1" flipV="1">
                  <a:off x="2411954" y="15212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Group 113">
                <a:extLst>
                  <a:ext uri="{FF2B5EF4-FFF2-40B4-BE49-F238E27FC236}">
                    <a16:creationId xmlns:a16="http://schemas.microsoft.com/office/drawing/2014/main" id="{AA83D565-6332-B19C-F2EE-EAF8D5E7CCE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85543" y="371838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45A708AA-831F-96DC-7E10-485FA1454434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5CC14709-6A5A-49BF-BBC4-5B16CF8F0066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A27B5C6C-AB11-543F-CBD0-D458A429C559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E265224B-680A-BA89-C82B-B01B9D5F1EBB}"/>
                    </a:ext>
                  </a:extLst>
                </p:cNvPr>
                <p:cNvCxnSpPr>
                  <a:cxnSpLocks/>
                  <a:stCxn id="92" idx="1"/>
                  <a:endCxn id="91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Straight Connector 94">
                  <a:extLst>
                    <a:ext uri="{FF2B5EF4-FFF2-40B4-BE49-F238E27FC236}">
                      <a16:creationId xmlns:a16="http://schemas.microsoft.com/office/drawing/2014/main" id="{6B4C74C9-D0AC-67E7-3000-317FD553410E}"/>
                    </a:ext>
                  </a:extLst>
                </p:cNvPr>
                <p:cNvCxnSpPr>
                  <a:cxnSpLocks/>
                  <a:stCxn id="92" idx="2"/>
                  <a:endCxn id="93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>
                  <a:extLst>
                    <a:ext uri="{FF2B5EF4-FFF2-40B4-BE49-F238E27FC236}">
                      <a16:creationId xmlns:a16="http://schemas.microsoft.com/office/drawing/2014/main" id="{B96F4F6A-34CF-3C41-41B3-07E10153EA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869C33F7-76AB-2F32-7E82-19B7421F96F3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7BCD6E1D-7348-A44C-61F4-D15FAFF17117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997C59FA-4A28-EDDD-3E0B-17335C5E26A7}"/>
                    </a:ext>
                  </a:extLst>
                </p:cNvPr>
                <p:cNvCxnSpPr>
                  <a:cxnSpLocks/>
                  <a:stCxn id="98" idx="3"/>
                  <a:endCxn id="93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C174A561-026E-6D0B-28B9-C1B2ECCEAA01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65968D1F-AF5B-4269-8F71-9F0F85EC57E8}"/>
                    </a:ext>
                  </a:extLst>
                </p:cNvPr>
                <p:cNvCxnSpPr>
                  <a:cxnSpLocks/>
                  <a:endCxn id="97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140F6433-7920-D8E6-2179-5AA4817971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EA55F59E-A8AB-6A7E-3BF2-CA2B2C6FA1DE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76E0E295-46D3-49CA-FC4E-EEDA8A837308}"/>
                    </a:ext>
                  </a:extLst>
                </p:cNvPr>
                <p:cNvCxnSpPr>
                  <a:cxnSpLocks/>
                  <a:stCxn id="91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619D5948-D6D2-1DA4-2679-241F22832748}"/>
                    </a:ext>
                  </a:extLst>
                </p:cNvPr>
                <p:cNvCxnSpPr>
                  <a:cxnSpLocks/>
                  <a:endCxn id="103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76E3E417-4D27-536F-7A47-A6C8BB542B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D7139C26-E8D5-B3AA-2DED-146269EDAB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03730CB6-3ADC-7C02-2838-123C844CF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A1037DCC-1994-6923-2516-EAE789C19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5F8F1379-E021-ECD8-1480-8CAB19524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9"/>
                  <a:ext cx="2500361" cy="1212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805BB06F-91CD-F473-00D5-1AD5B29F09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0" y="2861840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0AB83BD4-5412-FF22-D601-34904E5398DA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575EF24F-5743-73DC-07BD-3EF8F329B9FD}"/>
                    </a:ext>
                  </a:extLst>
                </p:cNvPr>
                <p:cNvCxnSpPr>
                  <a:cxnSpLocks/>
                  <a:stCxn id="103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D15A449B-4FC9-750D-38B2-B7521F7CEC8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88938" y="4590208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DF6E0192-D773-C32A-955C-3B4E39F5807C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346D50D8-B19E-CD0D-9481-0FC767A54009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7E3E8174-B418-154C-9CC8-3A67D55EE157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E2836C5E-CFDA-35D8-7F6A-9F3684CBD264}"/>
                    </a:ext>
                  </a:extLst>
                </p:cNvPr>
                <p:cNvCxnSpPr>
                  <a:cxnSpLocks/>
                  <a:stCxn id="127" idx="1"/>
                  <a:endCxn id="126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42E7A1C7-7A4E-1C3D-9B4D-7454B7356231}"/>
                    </a:ext>
                  </a:extLst>
                </p:cNvPr>
                <p:cNvCxnSpPr>
                  <a:cxnSpLocks/>
                  <a:stCxn id="127" idx="2"/>
                  <a:endCxn id="128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C202A4CD-6D6F-0D35-B333-9BE9E3665C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13174432-8B86-CB0D-56A0-BE3FDA04B849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0F7ACE13-B649-ADDE-8582-DCF71CC1DB45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13E93884-7AE5-A6B7-60A2-BBEE0A542802}"/>
                    </a:ext>
                  </a:extLst>
                </p:cNvPr>
                <p:cNvCxnSpPr>
                  <a:cxnSpLocks/>
                  <a:stCxn id="133" idx="3"/>
                  <a:endCxn id="128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245670BD-4584-3016-4E34-2C42C8D4B3C2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D2608026-9134-D1B1-0714-0A3C32F063CF}"/>
                    </a:ext>
                  </a:extLst>
                </p:cNvPr>
                <p:cNvCxnSpPr>
                  <a:cxnSpLocks/>
                  <a:endCxn id="132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28655EB1-D9FA-C08F-BF57-8310E9C394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0178C780-D845-FAB0-D64C-3963DC849291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49183299-7470-62CE-ECC9-0B426CB5EE87}"/>
                    </a:ext>
                  </a:extLst>
                </p:cNvPr>
                <p:cNvCxnSpPr>
                  <a:cxnSpLocks/>
                  <a:stCxn id="126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AC2AF797-80EC-3F26-4DE0-5DA524862048}"/>
                    </a:ext>
                  </a:extLst>
                </p:cNvPr>
                <p:cNvCxnSpPr>
                  <a:cxnSpLocks/>
                  <a:endCxn id="138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70F03ABB-A381-D984-0431-B2406F6EEF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8B0385EA-1EA6-A48B-D59F-7B21F69E00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A2C87A81-F895-8CFB-2FE0-4D84EBB0D1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6DA14DF4-796F-9D0A-8418-67DDDDE845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58A7C18A-D0AD-C275-3B7D-FD457179A2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9"/>
                  <a:ext cx="2500361" cy="1212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CB97949B-6695-80B5-DACB-F5EC2475C7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0" y="2861840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78D94491-23D4-EF38-B749-C7E1B503E400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7CEDDE33-A17E-A249-ABE0-FCA0664CABFB}"/>
                    </a:ext>
                  </a:extLst>
                </p:cNvPr>
                <p:cNvCxnSpPr>
                  <a:cxnSpLocks/>
                  <a:stCxn id="138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79C3D96F-EE18-EFAF-3610-4DA51C263507}"/>
                  </a:ext>
                </a:extLst>
              </p:cNvPr>
              <p:cNvSpPr/>
              <p:nvPr/>
            </p:nvSpPr>
            <p:spPr>
              <a:xfrm>
                <a:off x="7627364" y="225997"/>
                <a:ext cx="1847757" cy="1753412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6C72294E-FAFF-13CF-7137-2966BC1A6BE8}"/>
                  </a:ext>
                </a:extLst>
              </p:cNvPr>
              <p:cNvSpPr/>
              <p:nvPr/>
            </p:nvSpPr>
            <p:spPr>
              <a:xfrm>
                <a:off x="8481609" y="5217623"/>
                <a:ext cx="594144" cy="979621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9C38534A-9D0E-8AA6-03FA-634B030795D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48679" y="6622976"/>
                <a:ext cx="2238948" cy="1494504"/>
                <a:chOff x="1212418" y="926360"/>
                <a:chExt cx="6750480" cy="4505962"/>
              </a:xfrm>
            </p:grpSpPr>
            <p:sp>
              <p:nvSpPr>
                <p:cNvPr id="183" name="Rectangle 182">
                  <a:extLst>
                    <a:ext uri="{FF2B5EF4-FFF2-40B4-BE49-F238E27FC236}">
                      <a16:creationId xmlns:a16="http://schemas.microsoft.com/office/drawing/2014/main" id="{473F006F-A3DB-F1AA-14D5-E2E1E806E953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4" name="Rectangle 183">
                  <a:extLst>
                    <a:ext uri="{FF2B5EF4-FFF2-40B4-BE49-F238E27FC236}">
                      <a16:creationId xmlns:a16="http://schemas.microsoft.com/office/drawing/2014/main" id="{B0807A75-12FD-F231-1732-C3B0F46FD722}"/>
                    </a:ext>
                  </a:extLst>
                </p:cNvPr>
                <p:cNvSpPr/>
                <p:nvPr/>
              </p:nvSpPr>
              <p:spPr>
                <a:xfrm>
                  <a:off x="6608610" y="1716383"/>
                  <a:ext cx="1042218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Rectangle 184">
                  <a:extLst>
                    <a:ext uri="{FF2B5EF4-FFF2-40B4-BE49-F238E27FC236}">
                      <a16:creationId xmlns:a16="http://schemas.microsoft.com/office/drawing/2014/main" id="{FBDF20F5-51AD-3A13-C171-5F9A7B16358B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F97C54D6-ADD1-F4F7-F883-3953AF7D75C1}"/>
                    </a:ext>
                  </a:extLst>
                </p:cNvPr>
                <p:cNvCxnSpPr>
                  <a:cxnSpLocks/>
                  <a:stCxn id="184" idx="1"/>
                  <a:endCxn id="183" idx="3"/>
                </p:cNvCxnSpPr>
                <p:nvPr/>
              </p:nvCxnSpPr>
              <p:spPr>
                <a:xfrm flipH="1">
                  <a:off x="6417515" y="1932693"/>
                  <a:ext cx="191095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A5F90E82-69FD-6193-5A90-69197D5D0D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344146" y="2149003"/>
                  <a:ext cx="0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7F1DDED9-1EDA-5E42-C741-9366E345D0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9" name="Rectangle 188">
                  <a:extLst>
                    <a:ext uri="{FF2B5EF4-FFF2-40B4-BE49-F238E27FC236}">
                      <a16:creationId xmlns:a16="http://schemas.microsoft.com/office/drawing/2014/main" id="{442F31C9-EA62-E05A-0530-D236833B4155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0" name="Rectangle 189">
                  <a:extLst>
                    <a:ext uri="{FF2B5EF4-FFF2-40B4-BE49-F238E27FC236}">
                      <a16:creationId xmlns:a16="http://schemas.microsoft.com/office/drawing/2014/main" id="{FC9F7519-26F9-3D97-E611-B8FBE3A07F57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9B8E24C5-1FDC-7EFF-82EA-0AE6D4B29866}"/>
                    </a:ext>
                  </a:extLst>
                </p:cNvPr>
                <p:cNvCxnSpPr>
                  <a:cxnSpLocks/>
                  <a:stCxn id="190" idx="3"/>
                  <a:endCxn id="185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2" name="Rectangle 191">
                  <a:extLst>
                    <a:ext uri="{FF2B5EF4-FFF2-40B4-BE49-F238E27FC236}">
                      <a16:creationId xmlns:a16="http://schemas.microsoft.com/office/drawing/2014/main" id="{58E46AAB-9DFF-3570-BDB6-1B45A982AEC1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2F88DD83-5731-9873-3AA4-1BB4E874D493}"/>
                    </a:ext>
                  </a:extLst>
                </p:cNvPr>
                <p:cNvCxnSpPr>
                  <a:cxnSpLocks/>
                  <a:endCxn id="189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CDCEEC27-9EB8-16D1-D198-DD8EF2A89F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AAF12E15-6410-90C2-25B3-9984CAC81923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D6FFBEB3-DC1B-9DB4-59BB-18010A20B382}"/>
                    </a:ext>
                  </a:extLst>
                </p:cNvPr>
                <p:cNvCxnSpPr>
                  <a:cxnSpLocks/>
                  <a:stCxn id="183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60DB3BEC-723E-9D12-A7B6-BA76F7E34BE3}"/>
                    </a:ext>
                  </a:extLst>
                </p:cNvPr>
                <p:cNvCxnSpPr>
                  <a:cxnSpLocks/>
                  <a:endCxn id="195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DD97320A-7EDF-8B75-A6AD-A4842FA674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97449805-1D41-C9DB-55C2-24AC7CB269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6B6C5C2D-ED10-7DD5-ED9E-370CBAF621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4" name="Rectangle 203">
                  <a:extLst>
                    <a:ext uri="{FF2B5EF4-FFF2-40B4-BE49-F238E27FC236}">
                      <a16:creationId xmlns:a16="http://schemas.microsoft.com/office/drawing/2014/main" id="{A4F6F949-33DC-ADEF-4B7D-9AC00235AD6E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3CEC40F1-D53A-8558-AEEE-BD787D13DD8B}"/>
                    </a:ext>
                  </a:extLst>
                </p:cNvPr>
                <p:cNvCxnSpPr>
                  <a:cxnSpLocks/>
                  <a:stCxn id="195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EC53333-CD37-AE9E-B764-051531D8FDE3}"/>
                  </a:ext>
                </a:extLst>
              </p:cNvPr>
              <p:cNvSpPr/>
              <p:nvPr/>
            </p:nvSpPr>
            <p:spPr>
              <a:xfrm>
                <a:off x="2235976" y="7250391"/>
                <a:ext cx="1199519" cy="979621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72" name="Group 271">
                <a:extLst>
                  <a:ext uri="{FF2B5EF4-FFF2-40B4-BE49-F238E27FC236}">
                    <a16:creationId xmlns:a16="http://schemas.microsoft.com/office/drawing/2014/main" id="{61EBE284-7A5D-D2F3-3BE4-3E1ADB5DE8BE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7076195" y="2678317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273" name="Rectangle 272">
                  <a:extLst>
                    <a:ext uri="{FF2B5EF4-FFF2-40B4-BE49-F238E27FC236}">
                      <a16:creationId xmlns:a16="http://schemas.microsoft.com/office/drawing/2014/main" id="{8792E635-9381-7708-2087-3BE06DF8F178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4" name="Rectangle 273">
                  <a:extLst>
                    <a:ext uri="{FF2B5EF4-FFF2-40B4-BE49-F238E27FC236}">
                      <a16:creationId xmlns:a16="http://schemas.microsoft.com/office/drawing/2014/main" id="{890E64A8-AD70-31F9-628E-A329AA82F139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5" name="Rectangle 274">
                  <a:extLst>
                    <a:ext uri="{FF2B5EF4-FFF2-40B4-BE49-F238E27FC236}">
                      <a16:creationId xmlns:a16="http://schemas.microsoft.com/office/drawing/2014/main" id="{CBCA0EA2-8315-230F-1DFB-DA7E2DC2083B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66460623-264B-8D6F-152B-A3FCD27C6C7E}"/>
                    </a:ext>
                  </a:extLst>
                </p:cNvPr>
                <p:cNvCxnSpPr>
                  <a:cxnSpLocks/>
                  <a:stCxn id="274" idx="1"/>
                  <a:endCxn id="273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E3A81D2E-6FF4-43DA-3A47-96EC6D51EE3B}"/>
                    </a:ext>
                  </a:extLst>
                </p:cNvPr>
                <p:cNvCxnSpPr>
                  <a:cxnSpLocks/>
                  <a:stCxn id="274" idx="2"/>
                  <a:endCxn id="275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07B37CF3-E8F7-1B8C-AAB2-CEAEB9BD53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9" name="Rectangle 278">
                  <a:extLst>
                    <a:ext uri="{FF2B5EF4-FFF2-40B4-BE49-F238E27FC236}">
                      <a16:creationId xmlns:a16="http://schemas.microsoft.com/office/drawing/2014/main" id="{7A1386D5-498D-6006-65BA-C1F5BBD16948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80" name="Rectangle 279">
                  <a:extLst>
                    <a:ext uri="{FF2B5EF4-FFF2-40B4-BE49-F238E27FC236}">
                      <a16:creationId xmlns:a16="http://schemas.microsoft.com/office/drawing/2014/main" id="{28774395-ABE0-3A1D-881D-753D89BE3664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67F5D120-AB41-DF14-73E0-E82E34AAF999}"/>
                    </a:ext>
                  </a:extLst>
                </p:cNvPr>
                <p:cNvCxnSpPr>
                  <a:cxnSpLocks/>
                  <a:stCxn id="280" idx="3"/>
                  <a:endCxn id="275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2" name="Rectangle 281">
                  <a:extLst>
                    <a:ext uri="{FF2B5EF4-FFF2-40B4-BE49-F238E27FC236}">
                      <a16:creationId xmlns:a16="http://schemas.microsoft.com/office/drawing/2014/main" id="{CF5C8CA2-8FB0-2499-111E-2A9FAAF7750B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D13AEBD7-CA55-67DE-526A-93B44428BD34}"/>
                    </a:ext>
                  </a:extLst>
                </p:cNvPr>
                <p:cNvCxnSpPr>
                  <a:cxnSpLocks/>
                  <a:endCxn id="279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A711707E-0BD2-9BED-9C96-DE149B9D9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5" name="Rectangle 284">
                  <a:extLst>
                    <a:ext uri="{FF2B5EF4-FFF2-40B4-BE49-F238E27FC236}">
                      <a16:creationId xmlns:a16="http://schemas.microsoft.com/office/drawing/2014/main" id="{12B38B84-B244-0381-A877-9EBAFD5959DB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DE014A72-8148-A0B2-AC99-F45AA21BD087}"/>
                    </a:ext>
                  </a:extLst>
                </p:cNvPr>
                <p:cNvCxnSpPr>
                  <a:cxnSpLocks/>
                  <a:stCxn id="273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CDE5DE71-96D6-77EB-726D-8C162FF1B95D}"/>
                    </a:ext>
                  </a:extLst>
                </p:cNvPr>
                <p:cNvCxnSpPr>
                  <a:cxnSpLocks/>
                  <a:endCxn id="285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58A87039-6CA9-970D-0CD3-EF19575A25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94E0AE14-1E79-1101-95B2-36AAD5B361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33073E40-3A72-0EE7-3145-D80F704B11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0CD71494-CB29-1C8F-7284-153616EDEF6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630CBFEC-82F8-5C3C-C75F-6EFDF2D641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9"/>
                  <a:ext cx="2500361" cy="1212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BF876D65-0FFC-C2EE-84F0-3E16D88F67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0" y="2861840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4" name="Rectangle 293">
                  <a:extLst>
                    <a:ext uri="{FF2B5EF4-FFF2-40B4-BE49-F238E27FC236}">
                      <a16:creationId xmlns:a16="http://schemas.microsoft.com/office/drawing/2014/main" id="{1D9F1FA8-FE52-EBCE-4D49-B94163C51DBA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79D6E516-4B46-940C-CBC5-F69394844D9C}"/>
                    </a:ext>
                  </a:extLst>
                </p:cNvPr>
                <p:cNvCxnSpPr>
                  <a:cxnSpLocks/>
                  <a:stCxn id="285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8D9B33B2-9A38-B012-CC69-8DBB3D5300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95670" y="4285352"/>
                <a:ext cx="1267341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F277A915-A5D2-D198-9F73-85F813053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63010" y="2371010"/>
                <a:ext cx="0" cy="1914342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4BD08D5E-FAB7-E7D8-9F32-0A85465F6E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42898" y="2371010"/>
                <a:ext cx="0" cy="979622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FFEE9E55-9A9B-20AD-C88F-C6BB820C9A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38301" y="3348094"/>
                <a:ext cx="257368" cy="7619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D292AF49-C24E-A608-8EDF-50B368963F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95669" y="3315890"/>
                <a:ext cx="0" cy="969462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7E78CB93-846C-F2EA-AB05-D3489EE67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38302" y="2371010"/>
                <a:ext cx="1524709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4" name="Group 343">
                <a:extLst>
                  <a:ext uri="{FF2B5EF4-FFF2-40B4-BE49-F238E27FC236}">
                    <a16:creationId xmlns:a16="http://schemas.microsoft.com/office/drawing/2014/main" id="{895B66A3-491E-CEAE-9228-499F05A457F7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88938" y="6455122"/>
                <a:ext cx="2238948" cy="1627509"/>
                <a:chOff x="1212418" y="525347"/>
                <a:chExt cx="6750480" cy="4906975"/>
              </a:xfrm>
            </p:grpSpPr>
            <p:sp>
              <p:nvSpPr>
                <p:cNvPr id="345" name="Rectangle 344">
                  <a:extLst>
                    <a:ext uri="{FF2B5EF4-FFF2-40B4-BE49-F238E27FC236}">
                      <a16:creationId xmlns:a16="http://schemas.microsoft.com/office/drawing/2014/main" id="{5180FC8D-0741-259F-3A92-BC9EDA8BB6DC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6" name="Rectangle 345">
                  <a:extLst>
                    <a:ext uri="{FF2B5EF4-FFF2-40B4-BE49-F238E27FC236}">
                      <a16:creationId xmlns:a16="http://schemas.microsoft.com/office/drawing/2014/main" id="{2B3E2843-FD07-93D8-F560-DBA6DA47E939}"/>
                    </a:ext>
                  </a:extLst>
                </p:cNvPr>
                <p:cNvSpPr/>
                <p:nvPr/>
              </p:nvSpPr>
              <p:spPr>
                <a:xfrm>
                  <a:off x="6644986" y="1716383"/>
                  <a:ext cx="1042218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7" name="Rectangle 346">
                  <a:extLst>
                    <a:ext uri="{FF2B5EF4-FFF2-40B4-BE49-F238E27FC236}">
                      <a16:creationId xmlns:a16="http://schemas.microsoft.com/office/drawing/2014/main" id="{B4ABBE71-5FB5-2080-3771-04770F6C3A99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D584B786-BB66-4C6A-1048-4405732E1B05}"/>
                    </a:ext>
                  </a:extLst>
                </p:cNvPr>
                <p:cNvCxnSpPr>
                  <a:cxnSpLocks/>
                  <a:stCxn id="346" idx="1"/>
                  <a:endCxn id="345" idx="3"/>
                </p:cNvCxnSpPr>
                <p:nvPr/>
              </p:nvCxnSpPr>
              <p:spPr>
                <a:xfrm flipH="1">
                  <a:off x="6417515" y="1932693"/>
                  <a:ext cx="227471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>
                  <a:extLst>
                    <a:ext uri="{FF2B5EF4-FFF2-40B4-BE49-F238E27FC236}">
                      <a16:creationId xmlns:a16="http://schemas.microsoft.com/office/drawing/2014/main" id="{8F4B415C-A38D-916B-2F48-7868D7C650E9}"/>
                    </a:ext>
                  </a:extLst>
                </p:cNvPr>
                <p:cNvCxnSpPr>
                  <a:cxnSpLocks/>
                  <a:stCxn id="346" idx="2"/>
                </p:cNvCxnSpPr>
                <p:nvPr/>
              </p:nvCxnSpPr>
              <p:spPr>
                <a:xfrm flipH="1">
                  <a:off x="7163607" y="2149003"/>
                  <a:ext cx="2490" cy="106165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9825C834-499E-E3F3-8881-AA62178914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1" name="Rectangle 350">
                  <a:extLst>
                    <a:ext uri="{FF2B5EF4-FFF2-40B4-BE49-F238E27FC236}">
                      <a16:creationId xmlns:a16="http://schemas.microsoft.com/office/drawing/2014/main" id="{254762FF-809A-091D-90FA-FBCB7D85F10A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2" name="Rectangle 351">
                  <a:extLst>
                    <a:ext uri="{FF2B5EF4-FFF2-40B4-BE49-F238E27FC236}">
                      <a16:creationId xmlns:a16="http://schemas.microsoft.com/office/drawing/2014/main" id="{EAE7A2BE-7DD2-2BEC-A94F-386C5A048880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58D4CD2F-FB48-678C-0A5E-474D7EE1EE7E}"/>
                    </a:ext>
                  </a:extLst>
                </p:cNvPr>
                <p:cNvCxnSpPr>
                  <a:cxnSpLocks/>
                  <a:stCxn id="352" idx="3"/>
                  <a:endCxn id="347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4" name="Rectangle 353">
                  <a:extLst>
                    <a:ext uri="{FF2B5EF4-FFF2-40B4-BE49-F238E27FC236}">
                      <a16:creationId xmlns:a16="http://schemas.microsoft.com/office/drawing/2014/main" id="{DE1F5EE1-CFAC-6C5E-68DF-CBEEC8F2E987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ADA80480-36A7-5FDA-8CAF-4493E1EE861F}"/>
                    </a:ext>
                  </a:extLst>
                </p:cNvPr>
                <p:cNvCxnSpPr>
                  <a:cxnSpLocks/>
                  <a:endCxn id="351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BE84EEC3-F5B8-F8B2-64DD-C5535BBFA5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7" name="Rectangle 356">
                  <a:extLst>
                    <a:ext uri="{FF2B5EF4-FFF2-40B4-BE49-F238E27FC236}">
                      <a16:creationId xmlns:a16="http://schemas.microsoft.com/office/drawing/2014/main" id="{DBF8FE69-FAC7-CA66-3170-2C3C06B09AEE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8476D6AB-594C-4BB3-FB50-AD008272A2A6}"/>
                    </a:ext>
                  </a:extLst>
                </p:cNvPr>
                <p:cNvCxnSpPr>
                  <a:cxnSpLocks/>
                  <a:stCxn id="345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>
                  <a:extLst>
                    <a:ext uri="{FF2B5EF4-FFF2-40B4-BE49-F238E27FC236}">
                      <a16:creationId xmlns:a16="http://schemas.microsoft.com/office/drawing/2014/main" id="{A6DC0C3B-A857-2BD1-AF09-6D11572020A3}"/>
                    </a:ext>
                  </a:extLst>
                </p:cNvPr>
                <p:cNvCxnSpPr>
                  <a:cxnSpLocks/>
                  <a:endCxn id="357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353EA0FE-974D-B4C4-FFB3-456C93A55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36B6E8A9-676A-F2BE-A2FF-01D7582269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A743867E-BB3A-B3E1-7618-A3058D364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D9508D2F-B58B-F5B1-19D4-93CF586D8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941719" y="543835"/>
                  <a:ext cx="58967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4D1B94A1-E723-E05D-475B-F31DBA521D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862166" y="525347"/>
                  <a:ext cx="0" cy="272143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6" name="Rectangle 365">
                  <a:extLst>
                    <a:ext uri="{FF2B5EF4-FFF2-40B4-BE49-F238E27FC236}">
                      <a16:creationId xmlns:a16="http://schemas.microsoft.com/office/drawing/2014/main" id="{448D36AD-DABE-362C-CCAB-23B88A6916E0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BC1D2953-CF6E-A05F-5147-9DBCF10ECE24}"/>
                    </a:ext>
                  </a:extLst>
                </p:cNvPr>
                <p:cNvCxnSpPr>
                  <a:cxnSpLocks/>
                  <a:stCxn id="357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8" name="Rectangle 367">
                <a:extLst>
                  <a:ext uri="{FF2B5EF4-FFF2-40B4-BE49-F238E27FC236}">
                    <a16:creationId xmlns:a16="http://schemas.microsoft.com/office/drawing/2014/main" id="{79511CBA-EE69-A04A-8682-6C579B4D4D46}"/>
                  </a:ext>
                </a:extLst>
              </p:cNvPr>
              <p:cNvSpPr/>
              <p:nvPr/>
            </p:nvSpPr>
            <p:spPr>
              <a:xfrm>
                <a:off x="8481609" y="7215542"/>
                <a:ext cx="594144" cy="979621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C6BA64C0-9C36-88EF-87B6-A368A5C70B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942495" y="6443733"/>
                <a:ext cx="0" cy="14941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1CC33A67-9026-713F-CC75-20263C423FE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13667" y="8983099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404" name="Rectangle 403">
                  <a:extLst>
                    <a:ext uri="{FF2B5EF4-FFF2-40B4-BE49-F238E27FC236}">
                      <a16:creationId xmlns:a16="http://schemas.microsoft.com/office/drawing/2014/main" id="{CD7B4BFB-0E50-94A9-AC76-853EF36E54F3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5" name="Rectangle 404">
                  <a:extLst>
                    <a:ext uri="{FF2B5EF4-FFF2-40B4-BE49-F238E27FC236}">
                      <a16:creationId xmlns:a16="http://schemas.microsoft.com/office/drawing/2014/main" id="{C63672F9-344B-AE89-7C84-ABD25255A5A5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6" name="Rectangle 405">
                  <a:extLst>
                    <a:ext uri="{FF2B5EF4-FFF2-40B4-BE49-F238E27FC236}">
                      <a16:creationId xmlns:a16="http://schemas.microsoft.com/office/drawing/2014/main" id="{F2430F01-712D-B6EF-B666-D48E177802A1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66107804-1075-517E-B1F9-C8A1CE34661E}"/>
                    </a:ext>
                  </a:extLst>
                </p:cNvPr>
                <p:cNvCxnSpPr>
                  <a:cxnSpLocks/>
                  <a:stCxn id="405" idx="1"/>
                  <a:endCxn id="404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CDC65B39-4A3F-5C5E-CC15-C8FD69049D01}"/>
                    </a:ext>
                  </a:extLst>
                </p:cNvPr>
                <p:cNvCxnSpPr>
                  <a:cxnSpLocks/>
                  <a:stCxn id="405" idx="2"/>
                  <a:endCxn id="406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06FAA435-D5E1-CC5D-D001-6F0E1B2960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0" name="Rectangle 409">
                  <a:extLst>
                    <a:ext uri="{FF2B5EF4-FFF2-40B4-BE49-F238E27FC236}">
                      <a16:creationId xmlns:a16="http://schemas.microsoft.com/office/drawing/2014/main" id="{2A11C215-5832-272D-F3D3-1B1DAACDEE1D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1" name="Rectangle 410">
                  <a:extLst>
                    <a:ext uri="{FF2B5EF4-FFF2-40B4-BE49-F238E27FC236}">
                      <a16:creationId xmlns:a16="http://schemas.microsoft.com/office/drawing/2014/main" id="{BDEE1854-2B0E-6D94-C3E2-3439D882856C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EE1B296F-B349-946E-E34F-99476D579912}"/>
                    </a:ext>
                  </a:extLst>
                </p:cNvPr>
                <p:cNvCxnSpPr>
                  <a:cxnSpLocks/>
                  <a:stCxn id="411" idx="3"/>
                  <a:endCxn id="406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3" name="Rectangle 412">
                  <a:extLst>
                    <a:ext uri="{FF2B5EF4-FFF2-40B4-BE49-F238E27FC236}">
                      <a16:creationId xmlns:a16="http://schemas.microsoft.com/office/drawing/2014/main" id="{86330278-6AFE-FDD7-A1F7-85B5A8C38179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5216F75D-E828-7DDE-3970-E02373B16914}"/>
                    </a:ext>
                  </a:extLst>
                </p:cNvPr>
                <p:cNvCxnSpPr>
                  <a:cxnSpLocks/>
                  <a:endCxn id="410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683431E8-52B6-E1DA-A28B-CD8CB1602F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6" name="Rectangle 415">
                  <a:extLst>
                    <a:ext uri="{FF2B5EF4-FFF2-40B4-BE49-F238E27FC236}">
                      <a16:creationId xmlns:a16="http://schemas.microsoft.com/office/drawing/2014/main" id="{615574DE-EB07-7D5D-0958-7F9469B3032B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6960AEDD-DC13-46CA-A542-550D8C30C7DA}"/>
                    </a:ext>
                  </a:extLst>
                </p:cNvPr>
                <p:cNvCxnSpPr>
                  <a:cxnSpLocks/>
                  <a:stCxn id="404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A72C0DA5-1A7F-3F14-7086-8700E35FB9D4}"/>
                    </a:ext>
                  </a:extLst>
                </p:cNvPr>
                <p:cNvCxnSpPr>
                  <a:cxnSpLocks/>
                  <a:endCxn id="416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A1B84145-C25A-DA02-583F-A7F1DE4569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5DF6FD03-7961-3E20-EF80-43FDA5D3E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7B7422BF-5338-FD9C-A99E-183C370865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BD106B10-AA5F-AF6A-E809-C2F58867A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86F1A3EE-6B0E-5A55-435B-96FCDA023D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8"/>
                  <a:ext cx="2500362" cy="12126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98DB3C44-30CF-ECA9-5758-1FBB4C7651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1" y="2861841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25" name="Rectangle 424">
                  <a:extLst>
                    <a:ext uri="{FF2B5EF4-FFF2-40B4-BE49-F238E27FC236}">
                      <a16:creationId xmlns:a16="http://schemas.microsoft.com/office/drawing/2014/main" id="{5B823FC0-5638-2392-FC99-76D187A6890D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336105DF-F4C9-366C-6BEC-52239760686F}"/>
                    </a:ext>
                  </a:extLst>
                </p:cNvPr>
                <p:cNvCxnSpPr>
                  <a:cxnSpLocks/>
                  <a:stCxn id="416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7" name="Rectangle 426">
                <a:extLst>
                  <a:ext uri="{FF2B5EF4-FFF2-40B4-BE49-F238E27FC236}">
                    <a16:creationId xmlns:a16="http://schemas.microsoft.com/office/drawing/2014/main" id="{763B2E81-5706-7BA4-F0F9-EDFD7A4DAAFD}"/>
                  </a:ext>
                </a:extLst>
              </p:cNvPr>
              <p:cNvSpPr/>
              <p:nvPr/>
            </p:nvSpPr>
            <p:spPr>
              <a:xfrm>
                <a:off x="2806338" y="9610514"/>
                <a:ext cx="594144" cy="979621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6C16F56A-5FB9-3E7D-4442-10DCA5A10283}"/>
                  </a:ext>
                </a:extLst>
              </p:cNvPr>
              <p:cNvCxnSpPr>
                <a:cxnSpLocks/>
                <a:stCxn id="405" idx="0"/>
                <a:endCxn id="432" idx="2"/>
              </p:cNvCxnSpPr>
              <p:nvPr/>
            </p:nvCxnSpPr>
            <p:spPr>
              <a:xfrm flipV="1">
                <a:off x="3079778" y="8969435"/>
                <a:ext cx="2533" cy="27569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12DF7937-433E-F355-1247-AA17202337C5}"/>
                  </a:ext>
                </a:extLst>
              </p:cNvPr>
              <p:cNvSpPr/>
              <p:nvPr/>
            </p:nvSpPr>
            <p:spPr>
              <a:xfrm>
                <a:off x="2760861" y="8723056"/>
                <a:ext cx="642900" cy="24637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AMS</a:t>
                </a:r>
              </a:p>
            </p:txBody>
          </p:sp>
          <p:sp>
            <p:nvSpPr>
              <p:cNvPr id="447" name="TextBox 446">
                <a:extLst>
                  <a:ext uri="{FF2B5EF4-FFF2-40B4-BE49-F238E27FC236}">
                    <a16:creationId xmlns:a16="http://schemas.microsoft.com/office/drawing/2014/main" id="{3783805C-6247-FF61-B380-054D9955C848}"/>
                  </a:ext>
                </a:extLst>
              </p:cNvPr>
              <p:cNvSpPr txBox="1"/>
              <p:nvPr/>
            </p:nvSpPr>
            <p:spPr>
              <a:xfrm rot="16200000">
                <a:off x="4612352" y="1861973"/>
                <a:ext cx="39570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Conventional Toolchangers</a:t>
                </a:r>
              </a:p>
            </p:txBody>
          </p:sp>
          <p:sp>
            <p:nvSpPr>
              <p:cNvPr id="451" name="TextBox 450">
                <a:extLst>
                  <a:ext uri="{FF2B5EF4-FFF2-40B4-BE49-F238E27FC236}">
                    <a16:creationId xmlns:a16="http://schemas.microsoft.com/office/drawing/2014/main" id="{8B26246C-6C45-A857-F177-CEE91C60F640}"/>
                  </a:ext>
                </a:extLst>
              </p:cNvPr>
              <p:cNvSpPr txBox="1"/>
              <p:nvPr/>
            </p:nvSpPr>
            <p:spPr>
              <a:xfrm rot="16200000">
                <a:off x="-1364250" y="6135599"/>
                <a:ext cx="36536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Filament Path Changers</a:t>
                </a:r>
              </a:p>
            </p:txBody>
          </p:sp>
          <p:sp>
            <p:nvSpPr>
              <p:cNvPr id="453" name="TextBox 452">
                <a:extLst>
                  <a:ext uri="{FF2B5EF4-FFF2-40B4-BE49-F238E27FC236}">
                    <a16:creationId xmlns:a16="http://schemas.microsoft.com/office/drawing/2014/main" id="{04D694BA-5FBC-4969-9C2C-E2642C7187BD}"/>
                  </a:ext>
                </a:extLst>
              </p:cNvPr>
              <p:cNvSpPr txBox="1"/>
              <p:nvPr/>
            </p:nvSpPr>
            <p:spPr>
              <a:xfrm rot="16200000">
                <a:off x="-621367" y="9252199"/>
                <a:ext cx="232977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/>
                  <a:t>Nozzle Changers</a:t>
                </a:r>
              </a:p>
            </p:txBody>
          </p:sp>
          <p:sp>
            <p:nvSpPr>
              <p:cNvPr id="455" name="TextBox 454">
                <a:extLst>
                  <a:ext uri="{FF2B5EF4-FFF2-40B4-BE49-F238E27FC236}">
                    <a16:creationId xmlns:a16="http://schemas.microsoft.com/office/drawing/2014/main" id="{F697D2EF-C688-0DFB-4084-79F0A82C7888}"/>
                  </a:ext>
                </a:extLst>
              </p:cNvPr>
              <p:cNvSpPr txBox="1"/>
              <p:nvPr/>
            </p:nvSpPr>
            <p:spPr>
              <a:xfrm>
                <a:off x="9190263" y="4486103"/>
                <a:ext cx="282748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Inductive/pogo Changers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MX series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INDX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Quindecum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457" name="TextBox 456">
                <a:extLst>
                  <a:ext uri="{FF2B5EF4-FFF2-40B4-BE49-F238E27FC236}">
                    <a16:creationId xmlns:a16="http://schemas.microsoft.com/office/drawing/2014/main" id="{81BC36C6-1748-7DAE-CE9D-ECD0E1E39698}"/>
                  </a:ext>
                </a:extLst>
              </p:cNvPr>
              <p:cNvSpPr txBox="1"/>
              <p:nvPr/>
            </p:nvSpPr>
            <p:spPr>
              <a:xfrm>
                <a:off x="9220433" y="6435636"/>
                <a:ext cx="282748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Wired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/>
                  <a:t>Klitek</a:t>
                </a: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CX Changer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18496A19-8CC1-9BAD-D8A6-DBF8253B580E}"/>
                  </a:ext>
                </a:extLst>
              </p:cNvPr>
              <p:cNvSpPr txBox="1"/>
              <p:nvPr/>
            </p:nvSpPr>
            <p:spPr>
              <a:xfrm>
                <a:off x="3370183" y="8754326"/>
                <a:ext cx="311736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AMS-Assisted Toolchangers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/>
                  <a:t>Vortek</a:t>
                </a:r>
                <a:endParaRPr lang="en-US" dirty="0"/>
              </a:p>
              <a:p>
                <a:pPr algn="ctr"/>
                <a:endParaRPr lang="en-US" dirty="0"/>
              </a:p>
            </p:txBody>
          </p:sp>
          <p:grpSp>
            <p:nvGrpSpPr>
              <p:cNvPr id="460" name="Group 459">
                <a:extLst>
                  <a:ext uri="{FF2B5EF4-FFF2-40B4-BE49-F238E27FC236}">
                    <a16:creationId xmlns:a16="http://schemas.microsoft.com/office/drawing/2014/main" id="{EFBAE810-3F05-4041-A607-6A57B10CB16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613848" y="9021674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461" name="Rectangle 460">
                  <a:extLst>
                    <a:ext uri="{FF2B5EF4-FFF2-40B4-BE49-F238E27FC236}">
                      <a16:creationId xmlns:a16="http://schemas.microsoft.com/office/drawing/2014/main" id="{22C18378-8B37-0E9C-8761-4C2090C27CC7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2" name="Rectangle 461">
                  <a:extLst>
                    <a:ext uri="{FF2B5EF4-FFF2-40B4-BE49-F238E27FC236}">
                      <a16:creationId xmlns:a16="http://schemas.microsoft.com/office/drawing/2014/main" id="{53BF8EDA-414F-7D9B-F8E9-1D708AA5584F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3" name="Rectangle 462">
                  <a:extLst>
                    <a:ext uri="{FF2B5EF4-FFF2-40B4-BE49-F238E27FC236}">
                      <a16:creationId xmlns:a16="http://schemas.microsoft.com/office/drawing/2014/main" id="{031675C2-0570-B10B-FC71-9F58747B4A7D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C8F80FE8-28AF-ABC4-1745-705B5017F88B}"/>
                    </a:ext>
                  </a:extLst>
                </p:cNvPr>
                <p:cNvCxnSpPr>
                  <a:cxnSpLocks/>
                  <a:stCxn id="462" idx="1"/>
                  <a:endCxn id="461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4435E208-0725-53E7-5851-7EFD4C4BD103}"/>
                    </a:ext>
                  </a:extLst>
                </p:cNvPr>
                <p:cNvCxnSpPr>
                  <a:cxnSpLocks/>
                  <a:stCxn id="462" idx="2"/>
                  <a:endCxn id="463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7CA2E196-2E9E-B22B-0905-5B1BB1CC32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7" name="Rectangle 466">
                  <a:extLst>
                    <a:ext uri="{FF2B5EF4-FFF2-40B4-BE49-F238E27FC236}">
                      <a16:creationId xmlns:a16="http://schemas.microsoft.com/office/drawing/2014/main" id="{5D692437-8A12-9E06-D6F8-FC6BAD5A0897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8" name="Rectangle 467">
                  <a:extLst>
                    <a:ext uri="{FF2B5EF4-FFF2-40B4-BE49-F238E27FC236}">
                      <a16:creationId xmlns:a16="http://schemas.microsoft.com/office/drawing/2014/main" id="{FF848BEB-D511-5B00-DB5F-2FB4E657AA6A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F12F4414-FD69-D1E1-F9FC-15F4E075DBD4}"/>
                    </a:ext>
                  </a:extLst>
                </p:cNvPr>
                <p:cNvCxnSpPr>
                  <a:cxnSpLocks/>
                  <a:stCxn id="468" idx="3"/>
                  <a:endCxn id="463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0" name="Rectangle 469">
                  <a:extLst>
                    <a:ext uri="{FF2B5EF4-FFF2-40B4-BE49-F238E27FC236}">
                      <a16:creationId xmlns:a16="http://schemas.microsoft.com/office/drawing/2014/main" id="{8D5EFE4F-6D40-0B2B-C211-0F4333C76C83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71" name="Straight Connector 470">
                  <a:extLst>
                    <a:ext uri="{FF2B5EF4-FFF2-40B4-BE49-F238E27FC236}">
                      <a16:creationId xmlns:a16="http://schemas.microsoft.com/office/drawing/2014/main" id="{E2A8F45D-E26E-3D83-B410-83F5B1BF16EA}"/>
                    </a:ext>
                  </a:extLst>
                </p:cNvPr>
                <p:cNvCxnSpPr>
                  <a:cxnSpLocks/>
                  <a:endCxn id="467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Straight Connector 471">
                  <a:extLst>
                    <a:ext uri="{FF2B5EF4-FFF2-40B4-BE49-F238E27FC236}">
                      <a16:creationId xmlns:a16="http://schemas.microsoft.com/office/drawing/2014/main" id="{F8D10273-3462-C972-7A78-AE9FACF52C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3" name="Rectangle 472">
                  <a:extLst>
                    <a:ext uri="{FF2B5EF4-FFF2-40B4-BE49-F238E27FC236}">
                      <a16:creationId xmlns:a16="http://schemas.microsoft.com/office/drawing/2014/main" id="{8C2D400D-713F-ED76-DA45-15A5F2B0B56E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74" name="Straight Connector 473">
                  <a:extLst>
                    <a:ext uri="{FF2B5EF4-FFF2-40B4-BE49-F238E27FC236}">
                      <a16:creationId xmlns:a16="http://schemas.microsoft.com/office/drawing/2014/main" id="{C8F6044B-077F-11BA-CF7F-DA7BEBCC76DB}"/>
                    </a:ext>
                  </a:extLst>
                </p:cNvPr>
                <p:cNvCxnSpPr>
                  <a:cxnSpLocks/>
                  <a:stCxn id="461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Connector 474">
                  <a:extLst>
                    <a:ext uri="{FF2B5EF4-FFF2-40B4-BE49-F238E27FC236}">
                      <a16:creationId xmlns:a16="http://schemas.microsoft.com/office/drawing/2014/main" id="{CA8D10E0-29E7-D8BC-AED7-F27A29299A66}"/>
                    </a:ext>
                  </a:extLst>
                </p:cNvPr>
                <p:cNvCxnSpPr>
                  <a:cxnSpLocks/>
                  <a:endCxn id="473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9EF4FEF9-7AEC-1C91-F367-39A91691E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0C659A2E-A9AC-2A88-3685-D6811B77A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3489D757-73E4-A293-1D1F-8F8876BEC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A2286BCD-0F92-F106-F5CA-13EEC95777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737CFAAC-31C6-1BEF-84C3-D1AB8CE0DB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8"/>
                  <a:ext cx="2500362" cy="12126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662F24F0-16D4-84AD-B241-6E1687E8C1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1" y="2861841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2" name="Rectangle 481">
                  <a:extLst>
                    <a:ext uri="{FF2B5EF4-FFF2-40B4-BE49-F238E27FC236}">
                      <a16:creationId xmlns:a16="http://schemas.microsoft.com/office/drawing/2014/main" id="{E073A9A3-6FE0-3B0E-D5B7-8406B4C3760E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9EBAC801-67B9-572A-C459-B28E3BBDF41F}"/>
                    </a:ext>
                  </a:extLst>
                </p:cNvPr>
                <p:cNvCxnSpPr>
                  <a:cxnSpLocks/>
                  <a:stCxn id="473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84" name="Rectangle 483">
                <a:extLst>
                  <a:ext uri="{FF2B5EF4-FFF2-40B4-BE49-F238E27FC236}">
                    <a16:creationId xmlns:a16="http://schemas.microsoft.com/office/drawing/2014/main" id="{2D8373C7-7B27-0226-FD61-55F085F0E06E}"/>
                  </a:ext>
                </a:extLst>
              </p:cNvPr>
              <p:cNvSpPr/>
              <p:nvPr/>
            </p:nvSpPr>
            <p:spPr>
              <a:xfrm>
                <a:off x="8383659" y="10322537"/>
                <a:ext cx="594144" cy="275693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5" name="Straight Connector 484">
                <a:extLst>
                  <a:ext uri="{FF2B5EF4-FFF2-40B4-BE49-F238E27FC236}">
                    <a16:creationId xmlns:a16="http://schemas.microsoft.com/office/drawing/2014/main" id="{ED1D070B-D399-796A-34F8-0D9A05953389}"/>
                  </a:ext>
                </a:extLst>
              </p:cNvPr>
              <p:cNvCxnSpPr>
                <a:cxnSpLocks/>
                <a:stCxn id="462" idx="0"/>
                <a:endCxn id="486" idx="2"/>
              </p:cNvCxnSpPr>
              <p:nvPr/>
            </p:nvCxnSpPr>
            <p:spPr>
              <a:xfrm flipV="1">
                <a:off x="8679959" y="9008010"/>
                <a:ext cx="2533" cy="27569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6" name="Rectangle 485">
                <a:extLst>
                  <a:ext uri="{FF2B5EF4-FFF2-40B4-BE49-F238E27FC236}">
                    <a16:creationId xmlns:a16="http://schemas.microsoft.com/office/drawing/2014/main" id="{34A64DBE-FF4D-C1D4-A84A-290D6C6C7C19}"/>
                  </a:ext>
                </a:extLst>
              </p:cNvPr>
              <p:cNvSpPr/>
              <p:nvPr/>
            </p:nvSpPr>
            <p:spPr>
              <a:xfrm>
                <a:off x="8361042" y="8761631"/>
                <a:ext cx="642900" cy="246379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AMS</a:t>
                </a:r>
              </a:p>
            </p:txBody>
          </p:sp>
          <p:sp>
            <p:nvSpPr>
              <p:cNvPr id="489" name="TextBox 488">
                <a:extLst>
                  <a:ext uri="{FF2B5EF4-FFF2-40B4-BE49-F238E27FC236}">
                    <a16:creationId xmlns:a16="http://schemas.microsoft.com/office/drawing/2014/main" id="{54928CA4-D482-6C1C-CDE3-58A697D562E0}"/>
                  </a:ext>
                </a:extLst>
              </p:cNvPr>
              <p:cNvSpPr txBox="1"/>
              <p:nvPr/>
            </p:nvSpPr>
            <p:spPr>
              <a:xfrm>
                <a:off x="8999203" y="8683538"/>
                <a:ext cx="347625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AMS-Assisted Nozzle Changers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/>
                  <a:t>Atomform</a:t>
                </a: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Swapper3d</a:t>
                </a:r>
              </a:p>
              <a:p>
                <a:pPr algn="ctr"/>
                <a:endParaRPr lang="en-US" dirty="0"/>
              </a:p>
            </p:txBody>
          </p:sp>
          <p:sp>
            <p:nvSpPr>
              <p:cNvPr id="491" name="TextBox 490">
                <a:extLst>
                  <a:ext uri="{FF2B5EF4-FFF2-40B4-BE49-F238E27FC236}">
                    <a16:creationId xmlns:a16="http://schemas.microsoft.com/office/drawing/2014/main" id="{65B98E07-1B75-2377-C917-B0C02579AE9C}"/>
                  </a:ext>
                </a:extLst>
              </p:cNvPr>
              <p:cNvSpPr txBox="1"/>
              <p:nvPr/>
            </p:nvSpPr>
            <p:spPr>
              <a:xfrm>
                <a:off x="9533516" y="58357"/>
                <a:ext cx="2827483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Full Conventional</a:t>
                </a: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Prusa XL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E3D </a:t>
                </a:r>
                <a:r>
                  <a:rPr lang="en-US" dirty="0" err="1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toolchanger</a:t>
                </a:r>
                <a:endParaRPr lang="en-US" dirty="0">
                  <a:solidFill>
                    <a:schemeClr val="tx2">
                      <a:lumMod val="75000"/>
                      <a:lumOff val="25000"/>
                    </a:schemeClr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Stealthchanger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Tapchanger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Madam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Daksh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Lineux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dirty="0"/>
              </a:p>
            </p:txBody>
          </p:sp>
          <p:sp>
            <p:nvSpPr>
              <p:cNvPr id="493" name="TextBox 492">
                <a:extLst>
                  <a:ext uri="{FF2B5EF4-FFF2-40B4-BE49-F238E27FC236}">
                    <a16:creationId xmlns:a16="http://schemas.microsoft.com/office/drawing/2014/main" id="{9329877B-A139-6764-9255-7CF9188D57E7}"/>
                  </a:ext>
                </a:extLst>
              </p:cNvPr>
              <p:cNvSpPr txBox="1"/>
              <p:nvPr/>
            </p:nvSpPr>
            <p:spPr>
              <a:xfrm>
                <a:off x="9533516" y="2320359"/>
                <a:ext cx="282748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Partial Conventional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U1</a:t>
                </a:r>
              </a:p>
            </p:txBody>
          </p:sp>
          <p:sp>
            <p:nvSpPr>
              <p:cNvPr id="495" name="TextBox 494">
                <a:extLst>
                  <a:ext uri="{FF2B5EF4-FFF2-40B4-BE49-F238E27FC236}">
                    <a16:creationId xmlns:a16="http://schemas.microsoft.com/office/drawing/2014/main" id="{9F417CB9-92B8-A154-6676-551ECCA10D14}"/>
                  </a:ext>
                </a:extLst>
              </p:cNvPr>
              <p:cNvSpPr txBox="1"/>
              <p:nvPr/>
            </p:nvSpPr>
            <p:spPr>
              <a:xfrm>
                <a:off x="3603863" y="6683063"/>
                <a:ext cx="2827483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Hotend Fan Swapping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M1D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A4T-C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>
                    <a:solidFill>
                      <a:schemeClr val="accent6">
                        <a:lumMod val="75000"/>
                      </a:schemeClr>
                    </a:solidFill>
                  </a:rPr>
                  <a:t>MedusaHC</a:t>
                </a:r>
                <a:endParaRPr lang="en-US" dirty="0">
                  <a:solidFill>
                    <a:schemeClr val="accent6">
                      <a:lumMod val="75000"/>
                    </a:schemeClr>
                  </a:solidFill>
                </a:endParaRPr>
              </a:p>
              <a:p>
                <a:pPr algn="ctr"/>
                <a:endParaRPr lang="en-US" dirty="0"/>
              </a:p>
            </p:txBody>
          </p:sp>
          <p:grpSp>
            <p:nvGrpSpPr>
              <p:cNvPr id="504" name="Group 503">
                <a:extLst>
                  <a:ext uri="{FF2B5EF4-FFF2-40B4-BE49-F238E27FC236}">
                    <a16:creationId xmlns:a16="http://schemas.microsoft.com/office/drawing/2014/main" id="{E934F502-D232-7DFC-1575-7C85FCD2532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68531" y="4596837"/>
                <a:ext cx="2238948" cy="1494504"/>
                <a:chOff x="1212418" y="926360"/>
                <a:chExt cx="6750481" cy="4505962"/>
              </a:xfrm>
            </p:grpSpPr>
            <p:sp>
              <p:nvSpPr>
                <p:cNvPr id="505" name="Rectangle 504">
                  <a:extLst>
                    <a:ext uri="{FF2B5EF4-FFF2-40B4-BE49-F238E27FC236}">
                      <a16:creationId xmlns:a16="http://schemas.microsoft.com/office/drawing/2014/main" id="{232C4859-2972-A9BB-BB99-3A79210B85E9}"/>
                    </a:ext>
                  </a:extLst>
                </p:cNvPr>
                <p:cNvSpPr/>
                <p:nvPr/>
              </p:nvSpPr>
              <p:spPr>
                <a:xfrm>
                  <a:off x="5065578" y="1185441"/>
                  <a:ext cx="1351936" cy="1494503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6" name="Rectangle 505">
                  <a:extLst>
                    <a:ext uri="{FF2B5EF4-FFF2-40B4-BE49-F238E27FC236}">
                      <a16:creationId xmlns:a16="http://schemas.microsoft.com/office/drawing/2014/main" id="{AA4D5B33-ED47-17FA-0E3A-A41B0D17D4CA}"/>
                    </a:ext>
                  </a:extLst>
                </p:cNvPr>
                <p:cNvSpPr/>
                <p:nvPr/>
              </p:nvSpPr>
              <p:spPr>
                <a:xfrm>
                  <a:off x="6920680" y="1716384"/>
                  <a:ext cx="1042219" cy="432619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7" name="Rectangle 506">
                  <a:extLst>
                    <a:ext uri="{FF2B5EF4-FFF2-40B4-BE49-F238E27FC236}">
                      <a16:creationId xmlns:a16="http://schemas.microsoft.com/office/drawing/2014/main" id="{56EB1DCD-77D9-9492-5E94-C94907BF873E}"/>
                    </a:ext>
                  </a:extLst>
                </p:cNvPr>
                <p:cNvSpPr/>
                <p:nvPr/>
              </p:nvSpPr>
              <p:spPr>
                <a:xfrm>
                  <a:off x="6920679" y="3234815"/>
                  <a:ext cx="1042219" cy="1494503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86538B93-F7FC-9EBC-5354-D6F0CA495CB6}"/>
                    </a:ext>
                  </a:extLst>
                </p:cNvPr>
                <p:cNvCxnSpPr>
                  <a:cxnSpLocks/>
                  <a:stCxn id="506" idx="1"/>
                  <a:endCxn id="505" idx="3"/>
                </p:cNvCxnSpPr>
                <p:nvPr/>
              </p:nvCxnSpPr>
              <p:spPr>
                <a:xfrm flipH="1" flipV="1">
                  <a:off x="6417514" y="1932693"/>
                  <a:ext cx="503166" cy="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796F8C7F-4BFC-F0B5-F6A9-66194E038715}"/>
                    </a:ext>
                  </a:extLst>
                </p:cNvPr>
                <p:cNvCxnSpPr>
                  <a:cxnSpLocks/>
                  <a:stCxn id="506" idx="2"/>
                  <a:endCxn id="507" idx="0"/>
                </p:cNvCxnSpPr>
                <p:nvPr/>
              </p:nvCxnSpPr>
              <p:spPr>
                <a:xfrm flipH="1">
                  <a:off x="7441789" y="2149003"/>
                  <a:ext cx="1" cy="108581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7D4C071F-030F-3EEF-118A-A5F02E67D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41788" y="4729318"/>
                  <a:ext cx="0" cy="2703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1" name="Rectangle 510">
                  <a:extLst>
                    <a:ext uri="{FF2B5EF4-FFF2-40B4-BE49-F238E27FC236}">
                      <a16:creationId xmlns:a16="http://schemas.microsoft.com/office/drawing/2014/main" id="{88DF2355-C4FE-C361-86FB-FC134E67F7C1}"/>
                    </a:ext>
                  </a:extLst>
                </p:cNvPr>
                <p:cNvSpPr/>
                <p:nvPr/>
              </p:nvSpPr>
              <p:spPr>
                <a:xfrm>
                  <a:off x="6920678" y="4999703"/>
                  <a:ext cx="1042219" cy="432619"/>
                </a:xfrm>
                <a:prstGeom prst="rect">
                  <a:avLst/>
                </a:prstGeom>
                <a:solidFill>
                  <a:srgbClr val="F4C2C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2" name="Rectangle 511">
                  <a:extLst>
                    <a:ext uri="{FF2B5EF4-FFF2-40B4-BE49-F238E27FC236}">
                      <a16:creationId xmlns:a16="http://schemas.microsoft.com/office/drawing/2014/main" id="{4AB708FE-8D17-8EC4-AC53-11E8F97E3509}"/>
                    </a:ext>
                  </a:extLst>
                </p:cNvPr>
                <p:cNvSpPr/>
                <p:nvPr/>
              </p:nvSpPr>
              <p:spPr>
                <a:xfrm>
                  <a:off x="5065578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FEE1FEC0-A366-2836-3307-9D8A66E63C39}"/>
                    </a:ext>
                  </a:extLst>
                </p:cNvPr>
                <p:cNvCxnSpPr>
                  <a:cxnSpLocks/>
                  <a:stCxn id="512" idx="3"/>
                  <a:endCxn id="507" idx="1"/>
                </p:cNvCxnSpPr>
                <p:nvPr/>
              </p:nvCxnSpPr>
              <p:spPr>
                <a:xfrm>
                  <a:off x="6107797" y="3982067"/>
                  <a:ext cx="812882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4" name="Rectangle 513">
                  <a:extLst>
                    <a:ext uri="{FF2B5EF4-FFF2-40B4-BE49-F238E27FC236}">
                      <a16:creationId xmlns:a16="http://schemas.microsoft.com/office/drawing/2014/main" id="{E930056C-C8A1-9A4B-ACFB-52B5C108846D}"/>
                    </a:ext>
                  </a:extLst>
                </p:cNvPr>
                <p:cNvSpPr/>
                <p:nvPr/>
              </p:nvSpPr>
              <p:spPr>
                <a:xfrm>
                  <a:off x="3350570" y="3234815"/>
                  <a:ext cx="1042219" cy="1494503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C77DE738-CD57-2984-D35A-923865C86049}"/>
                    </a:ext>
                  </a:extLst>
                </p:cNvPr>
                <p:cNvCxnSpPr>
                  <a:cxnSpLocks/>
                  <a:endCxn id="511" idx="1"/>
                </p:cNvCxnSpPr>
                <p:nvPr/>
              </p:nvCxnSpPr>
              <p:spPr>
                <a:xfrm>
                  <a:off x="3863584" y="5216013"/>
                  <a:ext cx="305709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A5A930AF-D27A-CD8A-CED9-63C754BA6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71679" y="4727188"/>
                  <a:ext cx="0" cy="518651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7" name="Rectangle 516">
                  <a:extLst>
                    <a:ext uri="{FF2B5EF4-FFF2-40B4-BE49-F238E27FC236}">
                      <a16:creationId xmlns:a16="http://schemas.microsoft.com/office/drawing/2014/main" id="{F52D9D5A-D59C-0EDC-8FBC-23D6ADAED3C6}"/>
                    </a:ext>
                  </a:extLst>
                </p:cNvPr>
                <p:cNvSpPr/>
                <p:nvPr/>
              </p:nvSpPr>
              <p:spPr>
                <a:xfrm>
                  <a:off x="3032759" y="926360"/>
                  <a:ext cx="1661651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93BFA172-64A0-CDE3-8802-8EC1C6AD78AA}"/>
                    </a:ext>
                  </a:extLst>
                </p:cNvPr>
                <p:cNvCxnSpPr>
                  <a:cxnSpLocks/>
                  <a:stCxn id="505" idx="1"/>
                </p:cNvCxnSpPr>
                <p:nvPr/>
              </p:nvCxnSpPr>
              <p:spPr>
                <a:xfrm flipH="1" flipV="1">
                  <a:off x="4694410" y="1932690"/>
                  <a:ext cx="371168" cy="3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79442C36-6CBA-911F-52C2-ADCE8FD666B6}"/>
                    </a:ext>
                  </a:extLst>
                </p:cNvPr>
                <p:cNvCxnSpPr>
                  <a:cxnSpLocks/>
                  <a:endCxn id="517" idx="2"/>
                </p:cNvCxnSpPr>
                <p:nvPr/>
              </p:nvCxnSpPr>
              <p:spPr>
                <a:xfrm flipV="1">
                  <a:off x="3863585" y="2420863"/>
                  <a:ext cx="0" cy="8237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FEF0BB73-A93A-D90E-0D76-47BE8BAF5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42126" y="2420863"/>
                  <a:ext cx="0" cy="64188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2F8D4390-299C-0D31-225C-FA15A4EDC7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21480" y="3072255"/>
                  <a:ext cx="1039434" cy="0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BE9A0A14-BC99-8DD4-8B36-067100086E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5259767" y="3053570"/>
                  <a:ext cx="1147" cy="18124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B5A5F5F7-C744-1E81-BBE0-6D202A1AB9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595989" y="2420863"/>
                  <a:ext cx="0" cy="450482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620F7EC7-4ECA-5C66-5365-3D7E32C01A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595989" y="2856599"/>
                  <a:ext cx="2500361" cy="12127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3C041C6E-6CDF-DAF2-CB17-880861D13A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096350" y="2861840"/>
                  <a:ext cx="0" cy="382805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6" name="Rectangle 525">
                  <a:extLst>
                    <a:ext uri="{FF2B5EF4-FFF2-40B4-BE49-F238E27FC236}">
                      <a16:creationId xmlns:a16="http://schemas.microsoft.com/office/drawing/2014/main" id="{CDCD03C2-DD12-3368-C161-3F2A6F3B7355}"/>
                    </a:ext>
                  </a:extLst>
                </p:cNvPr>
                <p:cNvSpPr/>
                <p:nvPr/>
              </p:nvSpPr>
              <p:spPr>
                <a:xfrm>
                  <a:off x="1212418" y="926360"/>
                  <a:ext cx="1360173" cy="149450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C64DBEBE-0C46-D389-AA4A-426AF76D322E}"/>
                    </a:ext>
                  </a:extLst>
                </p:cNvPr>
                <p:cNvCxnSpPr>
                  <a:cxnSpLocks/>
                  <a:stCxn id="517" idx="1"/>
                </p:cNvCxnSpPr>
                <p:nvPr/>
              </p:nvCxnSpPr>
              <p:spPr>
                <a:xfrm flipH="1" flipV="1">
                  <a:off x="2564354" y="1673608"/>
                  <a:ext cx="468405" cy="4"/>
                </a:xfrm>
                <a:prstGeom prst="line">
                  <a:avLst/>
                </a:prstGeom>
                <a:ln w="38100"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28" name="Straight Connector 527">
                <a:extLst>
                  <a:ext uri="{FF2B5EF4-FFF2-40B4-BE49-F238E27FC236}">
                    <a16:creationId xmlns:a16="http://schemas.microsoft.com/office/drawing/2014/main" id="{DACB4270-F189-C466-ED94-F7A5B9B535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7688" y="6203872"/>
                <a:ext cx="1237658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Straight Connector 528">
                <a:extLst>
                  <a:ext uri="{FF2B5EF4-FFF2-40B4-BE49-F238E27FC236}">
                    <a16:creationId xmlns:a16="http://schemas.microsoft.com/office/drawing/2014/main" id="{1A1AF39A-A843-EA79-9B2C-79646289668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55346" y="4781472"/>
                <a:ext cx="0" cy="142240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Straight Connector 529">
                <a:extLst>
                  <a:ext uri="{FF2B5EF4-FFF2-40B4-BE49-F238E27FC236}">
                    <a16:creationId xmlns:a16="http://schemas.microsoft.com/office/drawing/2014/main" id="{402C2AC7-5A94-395F-A32A-2A257584F59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37232" y="5224250"/>
                <a:ext cx="0" cy="979622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Straight Connector 530">
                <a:extLst>
                  <a:ext uri="{FF2B5EF4-FFF2-40B4-BE49-F238E27FC236}">
                    <a16:creationId xmlns:a16="http://schemas.microsoft.com/office/drawing/2014/main" id="{CB19D335-A8F4-B9E9-2077-AA1D568501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17688" y="5270918"/>
                <a:ext cx="661802" cy="3314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Straight Connector 531">
                <a:extLst>
                  <a:ext uri="{FF2B5EF4-FFF2-40B4-BE49-F238E27FC236}">
                    <a16:creationId xmlns:a16="http://schemas.microsoft.com/office/drawing/2014/main" id="{2DF7AA96-8B6D-7AD3-C954-034A28E146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079" y="4746058"/>
                <a:ext cx="0" cy="52486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Straight Connector 532">
                <a:extLst>
                  <a:ext uri="{FF2B5EF4-FFF2-40B4-BE49-F238E27FC236}">
                    <a16:creationId xmlns:a16="http://schemas.microsoft.com/office/drawing/2014/main" id="{B1039BAB-548A-C12C-F8A9-E3BD073921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17445" y="4781472"/>
                <a:ext cx="463345" cy="0"/>
              </a:xfrm>
              <a:prstGeom prst="line">
                <a:avLst/>
              </a:prstGeom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4" name="TextBox 533">
                <a:extLst>
                  <a:ext uri="{FF2B5EF4-FFF2-40B4-BE49-F238E27FC236}">
                    <a16:creationId xmlns:a16="http://schemas.microsoft.com/office/drawing/2014/main" id="{FB311DA6-422B-D8DA-6A74-DEBE65725822}"/>
                  </a:ext>
                </a:extLst>
              </p:cNvPr>
              <p:cNvSpPr txBox="1"/>
              <p:nvPr/>
            </p:nvSpPr>
            <p:spPr>
              <a:xfrm>
                <a:off x="3615745" y="4551324"/>
                <a:ext cx="2827483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Gear Swapping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C5 series</a:t>
                </a:r>
              </a:p>
              <a:p>
                <a:endParaRPr lang="en-US" dirty="0"/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C68E9142-ACAC-E757-76F7-D0780F09CE76}"/>
                  </a:ext>
                </a:extLst>
              </p:cNvPr>
              <p:cNvSpPr/>
              <p:nvPr/>
            </p:nvSpPr>
            <p:spPr>
              <a:xfrm>
                <a:off x="320040" y="2059553"/>
                <a:ext cx="446957" cy="369332"/>
              </a:xfrm>
              <a:prstGeom prst="rect">
                <a:avLst/>
              </a:prstGeom>
              <a:noFill/>
              <a:ln w="38100">
                <a:solidFill>
                  <a:srgbClr val="C00000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8" name="TextBox 537">
                <a:extLst>
                  <a:ext uri="{FF2B5EF4-FFF2-40B4-BE49-F238E27FC236}">
                    <a16:creationId xmlns:a16="http://schemas.microsoft.com/office/drawing/2014/main" id="{646AF106-1013-39BF-1830-40FA51E56085}"/>
                  </a:ext>
                </a:extLst>
              </p:cNvPr>
              <p:cNvSpPr txBox="1"/>
              <p:nvPr/>
            </p:nvSpPr>
            <p:spPr>
              <a:xfrm>
                <a:off x="825391" y="2085311"/>
                <a:ext cx="8413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Tool</a:t>
                </a:r>
              </a:p>
            </p:txBody>
          </p:sp>
          <p:sp>
            <p:nvSpPr>
              <p:cNvPr id="540" name="TextBox 539">
                <a:extLst>
                  <a:ext uri="{FF2B5EF4-FFF2-40B4-BE49-F238E27FC236}">
                    <a16:creationId xmlns:a16="http://schemas.microsoft.com/office/drawing/2014/main" id="{81777D7B-874A-0A2A-F699-F195A7A84C3D}"/>
                  </a:ext>
                </a:extLst>
              </p:cNvPr>
              <p:cNvSpPr txBox="1"/>
              <p:nvPr/>
            </p:nvSpPr>
            <p:spPr>
              <a:xfrm>
                <a:off x="231739" y="2501264"/>
                <a:ext cx="14350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Commercial Printer</a:t>
                </a:r>
              </a:p>
            </p:txBody>
          </p:sp>
          <p:sp>
            <p:nvSpPr>
              <p:cNvPr id="542" name="TextBox 541">
                <a:extLst>
                  <a:ext uri="{FF2B5EF4-FFF2-40B4-BE49-F238E27FC236}">
                    <a16:creationId xmlns:a16="http://schemas.microsoft.com/office/drawing/2014/main" id="{C693473E-F856-2844-33D7-C1A4134B6634}"/>
                  </a:ext>
                </a:extLst>
              </p:cNvPr>
              <p:cNvSpPr txBox="1"/>
              <p:nvPr/>
            </p:nvSpPr>
            <p:spPr>
              <a:xfrm>
                <a:off x="241510" y="3102547"/>
                <a:ext cx="14350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2">
                        <a:lumMod val="75000"/>
                        <a:lumOff val="25000"/>
                      </a:schemeClr>
                    </a:solidFill>
                  </a:rPr>
                  <a:t>Commercial Toolhead</a:t>
                </a:r>
              </a:p>
            </p:txBody>
          </p:sp>
          <p:sp>
            <p:nvSpPr>
              <p:cNvPr id="544" name="TextBox 543">
                <a:extLst>
                  <a:ext uri="{FF2B5EF4-FFF2-40B4-BE49-F238E27FC236}">
                    <a16:creationId xmlns:a16="http://schemas.microsoft.com/office/drawing/2014/main" id="{989E75C1-168E-ADA9-AA8A-FD048437EDA8}"/>
                  </a:ext>
                </a:extLst>
              </p:cNvPr>
              <p:cNvSpPr txBox="1"/>
              <p:nvPr/>
            </p:nvSpPr>
            <p:spPr>
              <a:xfrm>
                <a:off x="232192" y="3717525"/>
                <a:ext cx="143501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FOSS Design</a:t>
                </a:r>
              </a:p>
            </p:txBody>
          </p:sp>
          <p:sp>
            <p:nvSpPr>
              <p:cNvPr id="548" name="Rectangle 547">
                <a:extLst>
                  <a:ext uri="{FF2B5EF4-FFF2-40B4-BE49-F238E27FC236}">
                    <a16:creationId xmlns:a16="http://schemas.microsoft.com/office/drawing/2014/main" id="{433C8735-77A6-ED2A-FEDC-F8F6831CD3E3}"/>
                  </a:ext>
                </a:extLst>
              </p:cNvPr>
              <p:cNvSpPr/>
              <p:nvPr/>
            </p:nvSpPr>
            <p:spPr>
              <a:xfrm>
                <a:off x="127115" y="1508760"/>
                <a:ext cx="1808365" cy="2913675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0" name="TextBox 549">
                <a:extLst>
                  <a:ext uri="{FF2B5EF4-FFF2-40B4-BE49-F238E27FC236}">
                    <a16:creationId xmlns:a16="http://schemas.microsoft.com/office/drawing/2014/main" id="{33B6287E-F5E7-BFBB-C065-46D91CF09713}"/>
                  </a:ext>
                </a:extLst>
              </p:cNvPr>
              <p:cNvSpPr txBox="1"/>
              <p:nvPr/>
            </p:nvSpPr>
            <p:spPr>
              <a:xfrm>
                <a:off x="189934" y="1567398"/>
                <a:ext cx="16617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Legend</a:t>
                </a:r>
              </a:p>
            </p:txBody>
          </p:sp>
          <p:cxnSp>
            <p:nvCxnSpPr>
              <p:cNvPr id="552" name="Straight Connector 551">
                <a:extLst>
                  <a:ext uri="{FF2B5EF4-FFF2-40B4-BE49-F238E27FC236}">
                    <a16:creationId xmlns:a16="http://schemas.microsoft.com/office/drawing/2014/main" id="{8B66953A-2924-B464-0B6A-8A25932450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46307" y="6480345"/>
                <a:ext cx="1988033" cy="0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Straight Connector 552">
                <a:extLst>
                  <a:ext uri="{FF2B5EF4-FFF2-40B4-BE49-F238E27FC236}">
                    <a16:creationId xmlns:a16="http://schemas.microsoft.com/office/drawing/2014/main" id="{DF656D3E-5401-6FC1-010E-36162B5D8B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34340" y="6474213"/>
                <a:ext cx="0" cy="902626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4" name="Straight Connector 553">
                <a:extLst>
                  <a:ext uri="{FF2B5EF4-FFF2-40B4-BE49-F238E27FC236}">
                    <a16:creationId xmlns:a16="http://schemas.microsoft.com/office/drawing/2014/main" id="{7E0ED0CB-EAC5-8EA6-35D4-BF4EC75D87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7975" y="6462824"/>
                <a:ext cx="0" cy="149413"/>
              </a:xfrm>
              <a:prstGeom prst="line">
                <a:avLst/>
              </a:prstGeom>
              <a:ln w="38100"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8" name="TextBox 557">
              <a:extLst>
                <a:ext uri="{FF2B5EF4-FFF2-40B4-BE49-F238E27FC236}">
                  <a16:creationId xmlns:a16="http://schemas.microsoft.com/office/drawing/2014/main" id="{85E02BC6-2CC8-555E-C75C-BA2A3751798E}"/>
                </a:ext>
              </a:extLst>
            </p:cNvPr>
            <p:cNvSpPr txBox="1"/>
            <p:nvPr/>
          </p:nvSpPr>
          <p:spPr>
            <a:xfrm>
              <a:off x="9463011" y="10474971"/>
              <a:ext cx="2998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Created by </a:t>
              </a:r>
              <a:r>
                <a:rPr lang="en-US" dirty="0" err="1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baconmilkshake</a:t>
              </a:r>
              <a:r>
                <a: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1541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1455</TotalTime>
  <Words>78</Words>
  <Application>Microsoft Office PowerPoint</Application>
  <PresentationFormat>Custom</PresentationFormat>
  <Paragraphs>49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Samples</dc:creator>
  <cp:lastModifiedBy>Robert Samples</cp:lastModifiedBy>
  <cp:revision>9</cp:revision>
  <dcterms:created xsi:type="dcterms:W3CDTF">2026-08-06T02:13:10Z</dcterms:created>
  <dcterms:modified xsi:type="dcterms:W3CDTF">2026-08-27T16:04:00Z</dcterms:modified>
</cp:coreProperties>
</file>